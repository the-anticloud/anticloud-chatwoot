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07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Receipt Generation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Operation | Time |</a:t>
            </a:r>
          </a:p>
          <a:p>
            <a:r>
              <a:t>| --- | --- |</a:t>
            </a:r>
          </a:p>
          <a:p>
            <a:r>
              <a:t>| Single receipt creation | 0.8ms |</a:t>
            </a:r>
          </a:p>
          <a:p>
            <a:r>
              <a:t>| Chain verify (100 entries) | 2.1ms |</a:t>
            </a:r>
          </a:p>
          <a:p>
            <a:r>
              <a:t>| Chain verify (10K entries) | 198ms |</a:t>
            </a:r>
          </a:p>
          <a:p>
            <a:r>
              <a:t>| File hash (1MB) | 4.2ms |</a:t>
            </a:r>
          </a:p>
          <a:p>
            <a:r>
              <a:t>| File hash (1GB) | 4,200ms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Chain Integrity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Test | Result |</a:t>
            </a:r>
          </a:p>
          <a:p>
            <a:r>
              <a:t>| --- | --- |</a:t>
            </a:r>
          </a:p>
          <a:p>
            <a:r>
              <a:t>| Sequential append | PASS |</a:t>
            </a:r>
          </a:p>
          <a:p>
            <a:r>
              <a:t>| Tamper detection (modify entry 50 of 100) | PASS — detected at entry 50 |</a:t>
            </a:r>
          </a:p>
          <a:p>
            <a:r>
              <a:t>| Reload from disk | PASS — head matches |</a:t>
            </a:r>
          </a:p>
          <a:p>
            <a:r>
              <a:t>| Cross-node receipt verification | PASS — node fingerprint stable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Hash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SHA3-256 (NIST FIPS 202). Collision resistance: 2^128.</a:t>
            </a:r>
          </a:p>
          <a:p>
            <a:r>
              <a:t>No MD5, no SHA1, no SHA2-256 (SHA3 only).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